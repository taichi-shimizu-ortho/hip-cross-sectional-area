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{{notes}}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{{notes}}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{{notes}}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{{notes}}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{{notes}}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{{notes}}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{{notes}}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Bar"/>
          <p:cNvSpPr/>
          <p:nvPr/>
        </p:nvSpPr>
        <p:spPr>
          <a:xfrm>
            <a:off x="822960" y="1938528"/>
            <a:ext cx="118872" cy="1828800"/>
          </a:xfrm>
          <a:prstGeom prst="rect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1170432" y="192024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{{title}}</a:t>
            </a:r>
            <a:endParaRPr lang="en-US" sz="3800" dirty="0"/>
          </a:p>
        </p:txBody>
      </p:sp>
      <p:sp>
        <p:nvSpPr>
          <p:cNvPr id="4" name="subtitle"/>
          <p:cNvSpPr/>
          <p:nvPr/>
        </p:nvSpPr>
        <p:spPr>
          <a:xfrm>
            <a:off x="1170432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E6FA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{{subtitle}}</a:t>
            </a:r>
            <a:endParaRPr lang="en-US" sz="1700" dirty="0"/>
          </a:p>
        </p:txBody>
      </p:sp>
      <p:sp>
        <p:nvSpPr>
          <p:cNvPr id="5" name="meta"/>
          <p:cNvSpPr/>
          <p:nvPr/>
        </p:nvSpPr>
        <p:spPr>
          <a:xfrm>
            <a:off x="1170432" y="411480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{{meta}}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4747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titleRule"/>
          <p:cNvSpPr/>
          <p:nvPr/>
        </p:nvSpPr>
        <p:spPr>
          <a:xfrm>
            <a:off x="566928" y="969264"/>
            <a:ext cx="1463040" cy="41148"/>
          </a:xfrm>
          <a:prstGeom prst="rect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4" name="lead"/>
          <p:cNvSpPr/>
          <p:nvPr/>
        </p:nvSpPr>
        <p:spPr>
          <a:xfrm>
            <a:off x="566928" y="1042416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{{lead}}</a:t>
            </a:r>
            <a:endParaRPr lang="en-US" sz="1300" dirty="0"/>
          </a:p>
        </p:txBody>
      </p:sp>
      <p:sp>
        <p:nvSpPr>
          <p:cNvPr id="5" name="footRule"/>
          <p:cNvSpPr/>
          <p:nvPr/>
        </p:nvSpPr>
        <p:spPr>
          <a:xfrm>
            <a:off x="566928" y="5870448"/>
            <a:ext cx="11057839" cy="9144"/>
          </a:xfrm>
          <a:prstGeom prst="rect">
            <a:avLst/>
          </a:prstGeom>
          <a:solidFill>
            <a:srgbClr val="D8DFE6"/>
          </a:solidFill>
          <a:ln w="12700">
            <a:solidFill>
              <a:srgbClr val="D8DFE6"/>
            </a:solidFill>
            <a:prstDash val="solid"/>
          </a:ln>
        </p:spPr>
      </p:sp>
      <p:sp>
        <p:nvSpPr>
          <p:cNvPr id="6" name="footnote"/>
          <p:cNvSpPr/>
          <p:nvPr/>
        </p:nvSpPr>
        <p:spPr>
          <a:xfrm>
            <a:off x="566928" y="5961888"/>
            <a:ext cx="102348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{{footnote}}</a:t>
            </a:r>
            <a:endParaRPr lang="en-US" sz="1000" dirty="0"/>
          </a:p>
        </p:txBody>
      </p:sp>
      <p:sp>
        <p:nvSpPr>
          <p:cNvPr id="7" name="pageNo"/>
          <p:cNvSpPr/>
          <p:nvPr/>
        </p:nvSpPr>
        <p:spPr>
          <a:xfrm>
            <a:off x="10801807" y="596188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body"/>
          <p:cNvSpPr/>
          <p:nvPr/>
        </p:nvSpPr>
        <p:spPr>
          <a:xfrm>
            <a:off x="566928" y="1572768"/>
            <a:ext cx="1105783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{{body}}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4747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titleRule"/>
          <p:cNvSpPr/>
          <p:nvPr/>
        </p:nvSpPr>
        <p:spPr>
          <a:xfrm>
            <a:off x="566928" y="969264"/>
            <a:ext cx="1463040" cy="41148"/>
          </a:xfrm>
          <a:prstGeom prst="rect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4" name="lead"/>
          <p:cNvSpPr/>
          <p:nvPr/>
        </p:nvSpPr>
        <p:spPr>
          <a:xfrm>
            <a:off x="566928" y="1042416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{{lead}}</a:t>
            </a:r>
            <a:endParaRPr lang="en-US" sz="1300" dirty="0"/>
          </a:p>
        </p:txBody>
      </p:sp>
      <p:sp>
        <p:nvSpPr>
          <p:cNvPr id="5" name="footRule"/>
          <p:cNvSpPr/>
          <p:nvPr/>
        </p:nvSpPr>
        <p:spPr>
          <a:xfrm>
            <a:off x="566928" y="5870448"/>
            <a:ext cx="11057839" cy="9144"/>
          </a:xfrm>
          <a:prstGeom prst="rect">
            <a:avLst/>
          </a:prstGeom>
          <a:solidFill>
            <a:srgbClr val="D8DFE6"/>
          </a:solidFill>
          <a:ln w="12700">
            <a:solidFill>
              <a:srgbClr val="D8DFE6"/>
            </a:solidFill>
            <a:prstDash val="solid"/>
          </a:ln>
        </p:spPr>
      </p:sp>
      <p:sp>
        <p:nvSpPr>
          <p:cNvPr id="6" name="footnote"/>
          <p:cNvSpPr/>
          <p:nvPr/>
        </p:nvSpPr>
        <p:spPr>
          <a:xfrm>
            <a:off x="566928" y="5961888"/>
            <a:ext cx="102348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{{footnote}}</a:t>
            </a:r>
            <a:endParaRPr lang="en-US" sz="1000" dirty="0"/>
          </a:p>
        </p:txBody>
      </p:sp>
      <p:sp>
        <p:nvSpPr>
          <p:cNvPr id="7" name="pageNo"/>
          <p:cNvSpPr/>
          <p:nvPr/>
        </p:nvSpPr>
        <p:spPr>
          <a:xfrm>
            <a:off x="10801807" y="596188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body"/>
          <p:cNvSpPr/>
          <p:nvPr/>
        </p:nvSpPr>
        <p:spPr>
          <a:xfrm>
            <a:off x="566928" y="1572768"/>
            <a:ext cx="1105783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{{steps}}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4747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titleRule"/>
          <p:cNvSpPr/>
          <p:nvPr/>
        </p:nvSpPr>
        <p:spPr>
          <a:xfrm>
            <a:off x="566928" y="969264"/>
            <a:ext cx="1463040" cy="41148"/>
          </a:xfrm>
          <a:prstGeom prst="rect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4" name="lead"/>
          <p:cNvSpPr/>
          <p:nvPr/>
        </p:nvSpPr>
        <p:spPr>
          <a:xfrm>
            <a:off x="566928" y="1042416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{{lead}}</a:t>
            </a:r>
            <a:endParaRPr lang="en-US" sz="1300" dirty="0"/>
          </a:p>
        </p:txBody>
      </p:sp>
      <p:sp>
        <p:nvSpPr>
          <p:cNvPr id="5" name="footRule"/>
          <p:cNvSpPr/>
          <p:nvPr/>
        </p:nvSpPr>
        <p:spPr>
          <a:xfrm>
            <a:off x="566928" y="5870448"/>
            <a:ext cx="11057839" cy="9144"/>
          </a:xfrm>
          <a:prstGeom prst="rect">
            <a:avLst/>
          </a:prstGeom>
          <a:solidFill>
            <a:srgbClr val="D8DFE6"/>
          </a:solidFill>
          <a:ln w="12700">
            <a:solidFill>
              <a:srgbClr val="D8DFE6"/>
            </a:solidFill>
            <a:prstDash val="solid"/>
          </a:ln>
        </p:spPr>
      </p:sp>
      <p:sp>
        <p:nvSpPr>
          <p:cNvPr id="6" name="footnote"/>
          <p:cNvSpPr/>
          <p:nvPr/>
        </p:nvSpPr>
        <p:spPr>
          <a:xfrm>
            <a:off x="566928" y="5961888"/>
            <a:ext cx="102348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{{footnote}}</a:t>
            </a:r>
            <a:endParaRPr lang="en-US" sz="1000" dirty="0"/>
          </a:p>
        </p:txBody>
      </p:sp>
      <p:sp>
        <p:nvSpPr>
          <p:cNvPr id="7" name="pageNo"/>
          <p:cNvSpPr/>
          <p:nvPr/>
        </p:nvSpPr>
        <p:spPr>
          <a:xfrm>
            <a:off x="10801807" y="596188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4747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titleRule"/>
          <p:cNvSpPr/>
          <p:nvPr/>
        </p:nvSpPr>
        <p:spPr>
          <a:xfrm>
            <a:off x="566928" y="969264"/>
            <a:ext cx="1463040" cy="41148"/>
          </a:xfrm>
          <a:prstGeom prst="rect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4" name="footRule"/>
          <p:cNvSpPr/>
          <p:nvPr/>
        </p:nvSpPr>
        <p:spPr>
          <a:xfrm>
            <a:off x="566928" y="5870448"/>
            <a:ext cx="11057839" cy="9144"/>
          </a:xfrm>
          <a:prstGeom prst="rect">
            <a:avLst/>
          </a:prstGeom>
          <a:solidFill>
            <a:srgbClr val="D8DFE6"/>
          </a:solidFill>
          <a:ln w="12700">
            <a:solidFill>
              <a:srgbClr val="D8DFE6"/>
            </a:solidFill>
            <a:prstDash val="solid"/>
          </a:ln>
        </p:spPr>
      </p:sp>
      <p:sp>
        <p:nvSpPr>
          <p:cNvPr id="5" name="footnote"/>
          <p:cNvSpPr/>
          <p:nvPr/>
        </p:nvSpPr>
        <p:spPr>
          <a:xfrm>
            <a:off x="566928" y="5961888"/>
            <a:ext cx="102348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{{footnote}}</a:t>
            </a:r>
            <a:endParaRPr lang="en-US" sz="1000" dirty="0"/>
          </a:p>
        </p:txBody>
      </p:sp>
      <p:sp>
        <p:nvSpPr>
          <p:cNvPr id="6" name="pageNo"/>
          <p:cNvSpPr/>
          <p:nvPr/>
        </p:nvSpPr>
        <p:spPr>
          <a:xfrm>
            <a:off x="10801807" y="596188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</a:t>
            </a:r>
            <a:endParaRPr lang="en-US" sz="1000" dirty="0"/>
          </a:p>
        </p:txBody>
      </p:sp>
      <p:pic>
        <p:nvPicPr>
          <p:cNvPr id="8" name="fig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8720"/>
            <a:ext cx="6675120" cy="4297680"/>
          </a:xfrm>
          <a:prstGeom prst="rect">
            <a:avLst/>
          </a:prstGeom>
        </p:spPr>
      </p:pic>
      <p:sp>
        <p:nvSpPr>
          <p:cNvPr id="9" name="caption"/>
          <p:cNvSpPr/>
          <p:nvPr/>
        </p:nvSpPr>
        <p:spPr>
          <a:xfrm>
            <a:off x="566928" y="5541264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{{caption}}</a:t>
            </a:r>
            <a:endParaRPr lang="en-US" sz="1050" dirty="0"/>
          </a:p>
        </p:txBody>
      </p:sp>
      <p:sp>
        <p:nvSpPr>
          <p:cNvPr id="10" name="body"/>
          <p:cNvSpPr/>
          <p:nvPr/>
        </p:nvSpPr>
        <p:spPr>
          <a:xfrm>
            <a:off x="7498080" y="1243584"/>
            <a:ext cx="4114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{{body}}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4747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titleRule"/>
          <p:cNvSpPr/>
          <p:nvPr/>
        </p:nvSpPr>
        <p:spPr>
          <a:xfrm>
            <a:off x="566928" y="969264"/>
            <a:ext cx="1463040" cy="41148"/>
          </a:xfrm>
          <a:prstGeom prst="rect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4" name="lead"/>
          <p:cNvSpPr/>
          <p:nvPr/>
        </p:nvSpPr>
        <p:spPr>
          <a:xfrm>
            <a:off x="566928" y="1042416"/>
            <a:ext cx="11057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{{lead}}</a:t>
            </a:r>
            <a:endParaRPr lang="en-US" sz="1300" dirty="0"/>
          </a:p>
        </p:txBody>
      </p:sp>
      <p:sp>
        <p:nvSpPr>
          <p:cNvPr id="5" name="footRule"/>
          <p:cNvSpPr/>
          <p:nvPr/>
        </p:nvSpPr>
        <p:spPr>
          <a:xfrm>
            <a:off x="566928" y="5870448"/>
            <a:ext cx="11057839" cy="9144"/>
          </a:xfrm>
          <a:prstGeom prst="rect">
            <a:avLst/>
          </a:prstGeom>
          <a:solidFill>
            <a:srgbClr val="D8DFE6"/>
          </a:solidFill>
          <a:ln w="12700">
            <a:solidFill>
              <a:srgbClr val="D8DFE6"/>
            </a:solidFill>
            <a:prstDash val="solid"/>
          </a:ln>
        </p:spPr>
      </p:sp>
      <p:sp>
        <p:nvSpPr>
          <p:cNvPr id="6" name="footnote"/>
          <p:cNvSpPr/>
          <p:nvPr/>
        </p:nvSpPr>
        <p:spPr>
          <a:xfrm>
            <a:off x="566928" y="5961888"/>
            <a:ext cx="102348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{{footnote}}</a:t>
            </a:r>
            <a:endParaRPr lang="en-US" sz="1000" dirty="0"/>
          </a:p>
        </p:txBody>
      </p:sp>
      <p:sp>
        <p:nvSpPr>
          <p:cNvPr id="7" name="pageNo"/>
          <p:cNvSpPr/>
          <p:nvPr/>
        </p:nvSpPr>
        <p:spPr>
          <a:xfrm>
            <a:off x="10801807" y="596188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</a:t>
            </a:r>
            <a:endParaRPr lang="en-US" sz="1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1842973"/>
                <a:gridCol w="1842973"/>
                <a:gridCol w="1842973"/>
                <a:gridCol w="1842973"/>
                <a:gridCol w="184297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H1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H2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H3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H4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H5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H6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r0c0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r0c1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r0c2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r0c3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r0c4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r0c5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r1c0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r1c1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r1c2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r1c3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r1c4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r1c5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r2c0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r2c1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r2c2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r2c3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r2c4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r2c5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r3c0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r3c1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r3c2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r3c3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r3c4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r3c5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r4c0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r4c1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r4c2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r4c3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r4c4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r4c5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r5c0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r5c1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r5c2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r5c3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r5c4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r5c5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r6c0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r6c1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r6c2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r6c3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r6c4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4F"/>
                          </a:solidFill>
                          <a:latin typeface="BIZ UDGothic" pitchFamily="34" charset="0"/>
                          <a:ea typeface="BIZ UDGothic" pitchFamily="34" charset="-122"/>
                          <a:cs typeface="BIZ UDGothic" pitchFamily="34" charset="-120"/>
                        </a:rPr>
                        <a:t>r6c5</a:t>
                      </a:r>
                      <a:endParaRPr lang="en-US" sz="1200" dirty="0">
                        <a:latin typeface="BIZ UDGothic" charset="0"/>
                        <a:ea typeface="BIZ UDGothic" charset="0"/>
                        <a:cs typeface="BIZ UD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47472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titleRule"/>
          <p:cNvSpPr/>
          <p:nvPr/>
        </p:nvSpPr>
        <p:spPr>
          <a:xfrm>
            <a:off x="566928" y="969264"/>
            <a:ext cx="1463040" cy="41148"/>
          </a:xfrm>
          <a:prstGeom prst="rect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4" name="footRule"/>
          <p:cNvSpPr/>
          <p:nvPr/>
        </p:nvSpPr>
        <p:spPr>
          <a:xfrm>
            <a:off x="566928" y="5870448"/>
            <a:ext cx="11057839" cy="9144"/>
          </a:xfrm>
          <a:prstGeom prst="rect">
            <a:avLst/>
          </a:prstGeom>
          <a:solidFill>
            <a:srgbClr val="D8DFE6"/>
          </a:solidFill>
          <a:ln w="12700">
            <a:solidFill>
              <a:srgbClr val="D8DFE6"/>
            </a:solidFill>
            <a:prstDash val="solid"/>
          </a:ln>
        </p:spPr>
      </p:sp>
      <p:sp>
        <p:nvSpPr>
          <p:cNvPr id="5" name="footnote"/>
          <p:cNvSpPr/>
          <p:nvPr/>
        </p:nvSpPr>
        <p:spPr>
          <a:xfrm>
            <a:off x="566928" y="5961888"/>
            <a:ext cx="102348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{{footnote}}</a:t>
            </a:r>
            <a:endParaRPr lang="en-US" sz="1000" dirty="0"/>
          </a:p>
        </p:txBody>
      </p:sp>
      <p:sp>
        <p:nvSpPr>
          <p:cNvPr id="6" name="pageNo"/>
          <p:cNvSpPr/>
          <p:nvPr/>
        </p:nvSpPr>
        <p:spPr>
          <a:xfrm>
            <a:off x="10801807" y="596188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body"/>
          <p:cNvSpPr/>
          <p:nvPr/>
        </p:nvSpPr>
        <p:spPr>
          <a:xfrm>
            <a:off x="566928" y="1828800"/>
            <a:ext cx="11057839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3414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Gluteal muscle area — handout</dc:title>
  <dc:subject>PptxGenJS Presentation</dc:subject>
  <dc:creator>BayesianUNet gluteal pipeline</dc:creator>
  <cp:lastModifiedBy>BayesianUNet gluteal pipeline</cp:lastModifiedBy>
  <cp:revision>1</cp:revision>
  <dcterms:created xsi:type="dcterms:W3CDTF">2026-09-11T06:33:49Z</dcterms:created>
  <dcterms:modified xsi:type="dcterms:W3CDTF">2026-09-11T06:33:49Z</dcterms:modified>
</cp:coreProperties>
</file>